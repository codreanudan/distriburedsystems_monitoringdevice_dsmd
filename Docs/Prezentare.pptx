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5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FC75-F184-7A98-29CB-92AB075DA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DAC13-9643-716C-625C-AE5E2CE8D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5B443-4668-627E-3C9E-9D70035D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F670-0964-49AA-910A-0D3DB9F06A7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2D6F1-22D3-4AC8-F2BA-9E0ED25D3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24B2F-FDD2-0F6A-FA3B-5138BD83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3407-4AC9-4D35-A801-CA63155AA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20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366A-48F1-EAAB-F745-238BCAA72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53998-89C5-2E04-A748-1DC4C23BC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3DAE6-8181-D675-4640-ACB9FEB98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F670-0964-49AA-910A-0D3DB9F06A7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EA1CC-75EF-CFE7-EE14-242E55BE1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43362-2943-48BD-F4DD-B2851C5C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3407-4AC9-4D35-A801-CA63155AA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41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608AE-3660-E89E-1D9A-ED27D1F9A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4456A-71E4-65D3-7799-02B8F1F65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8BB35-A304-EF77-6526-1AF88488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F670-0964-49AA-910A-0D3DB9F06A7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48921-D36A-E495-87C0-B9E2611B6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1B10A-AC9E-01F7-932C-87D28993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3407-4AC9-4D35-A801-CA63155AA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6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B4B98-A509-6252-0825-6E2E0B6AA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399A3-BC03-8679-5051-73F34465A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C4C39-7ED7-AE8A-76C9-E0073368D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B2170-D122-B918-F4F1-D110AE536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F670-0964-49AA-910A-0D3DB9F06A7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E613B-AB47-249C-86FB-B34761B9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029C6-E998-C0FD-31A5-37A8AB082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3407-4AC9-4D35-A801-CA63155AA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96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C2B8-6F1E-3409-09F8-9C084BD5C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24366-CF22-1309-1471-2263492B6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13FBF-A408-2EA4-1699-A79A8B2BF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89200F-4C28-1731-24C5-95BDD2716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650C4-1CB4-0CBE-9D18-CE382D791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ADC08D-7C1B-BC0C-7AC5-4ACA39868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F670-0964-49AA-910A-0D3DB9F06A7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654CF3-36C3-9405-359E-C7531D3EA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638A5-F3AC-9553-761C-8D1610B64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3407-4AC9-4D35-A801-CA63155AA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8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1930-0361-7142-ADD9-9463E0900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6A07F-64E6-0E7D-5A60-F94C99F2F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F670-0964-49AA-910A-0D3DB9F06A7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E32D1-0A7C-1CC5-D990-4AB7B6CD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978F1-40BA-6ED4-1B4E-3075F63EC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3407-4AC9-4D35-A801-CA63155AA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95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AEA610-88E5-D5A6-2648-7776E6FA1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F670-0964-49AA-910A-0D3DB9F06A7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61466-AB48-A0E0-6D64-19059720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DDF0A-59BE-2BEE-6F3F-CC2858AC9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3407-4AC9-4D35-A801-CA63155AA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9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DD287-E71A-A5B2-9B5B-2259F5A32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3A7E8-362B-86F3-3E6A-939954258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B960E-E512-3DFD-4828-DEB363464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39034-CDC0-9D2C-68F3-8BD8722DE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F670-0964-49AA-910A-0D3DB9F06A7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0B032-ACDF-19E6-6931-EB171730B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81DC5-57F9-2744-228F-A818615F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3407-4AC9-4D35-A801-CA63155AA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4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30583-8009-6B84-D873-8D7ECA285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FE75C8-CD57-F599-14AE-9E7C6224EA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BF40B-6C57-64DF-9CEA-5ACCAF9E5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2F9B5-0491-7FAE-BE88-37D45E6C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F670-0964-49AA-910A-0D3DB9F06A7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AD60C-5D86-8618-DF3D-5CFC85FB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425FE-396A-B4C6-4CE1-DBC3AD4D2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3407-4AC9-4D35-A801-CA63155AA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73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760FC-CB63-85E2-4AAF-D26AA0B0F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C643A-2574-8E4E-8EF0-4B502139D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D49C9-7CEC-33A6-7627-72A1FC4A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F670-0964-49AA-910A-0D3DB9F06A7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91A8A-FB2C-A571-717B-2F22CC48A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1206D-6A9F-ADE1-7C83-C8B15686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3407-4AC9-4D35-A801-CA63155AA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25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EFEA83-0752-F9DD-718D-18F4BA9BCD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9DF3A-2483-A18A-44AB-835E6B873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9F3A4-4CC9-751D-2278-7BBCE0214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F670-0964-49AA-910A-0D3DB9F06A7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CFC47-2D9F-55CD-BDF6-8E05A72C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73090-156C-C797-B4C0-03A4D610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3407-4AC9-4D35-A801-CA63155AA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62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2E0663-FAB5-2219-6580-050037E35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31818-2012-169C-87DC-E887159D5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B1912-B167-0F9F-C4AB-C9AA0649E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7F670-0964-49AA-910A-0D3DB9F06A79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CEB4F-EC15-17DB-DD23-DB2B674F7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22E2B-EB63-A051-9663-DF39D58DD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13407-4AC9-4D35-A801-CA63155AA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580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D1F856-5991-2069-329D-034C0617A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9293" y="806364"/>
            <a:ext cx="3354636" cy="2847413"/>
          </a:xfrm>
        </p:spPr>
        <p:txBody>
          <a:bodyPr anchor="b">
            <a:normAutofit/>
          </a:bodyPr>
          <a:lstStyle/>
          <a:p>
            <a:pPr algn="l"/>
            <a:br>
              <a:rPr lang="en-US" sz="2400" b="1"/>
            </a:br>
            <a:br>
              <a:rPr lang="en-US" sz="2400" b="1"/>
            </a:br>
            <a:br>
              <a:rPr lang="en-US" sz="2400" b="1"/>
            </a:br>
            <a:br>
              <a:rPr lang="en-US" sz="2400" b="1"/>
            </a:br>
            <a:r>
              <a:rPr lang="en-US" sz="2400" b="1" err="1"/>
              <a:t>Sistem</a:t>
            </a:r>
            <a:r>
              <a:rPr lang="en-US" sz="2400" b="1"/>
              <a:t> </a:t>
            </a:r>
            <a:r>
              <a:rPr lang="en-US" sz="2400" b="1" err="1"/>
              <a:t>distribuit</a:t>
            </a:r>
            <a:r>
              <a:rPr lang="en-US" sz="2400" b="1"/>
              <a:t> de </a:t>
            </a:r>
            <a:r>
              <a:rPr lang="en-US" sz="2400" b="1" err="1"/>
              <a:t>monitorizare</a:t>
            </a:r>
            <a:r>
              <a:rPr lang="en-US" sz="2400" b="1"/>
              <a:t> </a:t>
            </a:r>
            <a:r>
              <a:rPr lang="en-US" sz="2400" b="1" err="1"/>
              <a:t>si</a:t>
            </a:r>
            <a:r>
              <a:rPr lang="en-US" sz="2400" b="1"/>
              <a:t> control </a:t>
            </a:r>
            <a:br>
              <a:rPr lang="en-US" sz="2400"/>
            </a:br>
            <a:br>
              <a:rPr lang="en-US" sz="2400"/>
            </a:br>
            <a:endParaRPr lang="en-US" sz="2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A726E-7A2C-4712-F290-DE11972B2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9293" y="3703250"/>
            <a:ext cx="2435507" cy="1122750"/>
          </a:xfrm>
        </p:spPr>
        <p:txBody>
          <a:bodyPr anchor="t">
            <a:normAutofit/>
          </a:bodyPr>
          <a:lstStyle/>
          <a:p>
            <a:pPr algn="l"/>
            <a:r>
              <a:rPr lang="en-US" sz="2000"/>
              <a:t>Codreanu Dan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4CC6E6-5B5E-6EA8-88D6-F24D712F6B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558" y="2082134"/>
            <a:ext cx="5604636" cy="267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765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FB9D48-D107-4304-07DD-9D1C7E24D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Schema bloc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4A22D5-12A4-58D4-F583-00A4A3E35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927453"/>
            <a:ext cx="6780700" cy="500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476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2B319-59D6-6668-4733-4FC738880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Implementare fizica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D099A3-E56F-A24F-C034-602469BEC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224108"/>
            <a:ext cx="6780700" cy="440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40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CFB64-B917-3475-8871-418D505AC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5011473" cy="1773936"/>
          </a:xfrm>
        </p:spPr>
        <p:txBody>
          <a:bodyPr>
            <a:normAutofit/>
          </a:bodyPr>
          <a:lstStyle/>
          <a:p>
            <a:pPr algn="ctr"/>
            <a:r>
              <a:rPr lang="en-GB" sz="3600" dirty="0" err="1">
                <a:solidFill>
                  <a:schemeClr val="tx2"/>
                </a:solidFill>
              </a:rPr>
              <a:t>Aplicatie</a:t>
            </a:r>
            <a:r>
              <a:rPr lang="en-GB" sz="3600" dirty="0">
                <a:solidFill>
                  <a:schemeClr val="tx2"/>
                </a:solidFill>
              </a:rPr>
              <a:t> Nod 1</a:t>
            </a:r>
            <a:endParaRPr lang="en-US" sz="36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7B5E81F-332B-0DA2-84E8-0EFDA2F8B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5641" y="338328"/>
            <a:ext cx="5029200" cy="177393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sz="3600" dirty="0" err="1">
                <a:solidFill>
                  <a:schemeClr val="tx2"/>
                </a:solidFill>
              </a:rPr>
              <a:t>Aplicatie</a:t>
            </a:r>
            <a:r>
              <a:rPr lang="en-GB" sz="3600" dirty="0">
                <a:solidFill>
                  <a:schemeClr val="tx2"/>
                </a:solidFill>
              </a:rPr>
              <a:t> Nod 2</a:t>
            </a:r>
            <a:endParaRPr lang="en-US" sz="3600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64330A-1D60-3DCE-DE71-7FEA19020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92" y="1651819"/>
            <a:ext cx="4894527" cy="4407855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ED5487-1632-5828-47D1-A3B9B5262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701" y="1651818"/>
            <a:ext cx="5029200" cy="440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60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A3040E-8C67-C006-44DD-8BDAC11B3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Panou comanda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07DBBB-4CBF-D454-539F-8864325B1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808943"/>
            <a:ext cx="6780700" cy="323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59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CC890-08D9-29A4-96B3-327024F3C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5011473" cy="1773936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Flow Nod 1</a:t>
            </a:r>
            <a:endParaRPr lang="en-US" sz="36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62D49F5-942C-D556-64C9-9156ED05F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5641" y="338328"/>
            <a:ext cx="5029200" cy="177393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sz="3600" dirty="0">
                <a:solidFill>
                  <a:schemeClr val="tx2"/>
                </a:solidFill>
              </a:rPr>
              <a:t>Flow Nod 2</a:t>
            </a:r>
            <a:endParaRPr lang="en-US" sz="3600" dirty="0">
              <a:solidFill>
                <a:schemeClr val="tx2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5F36DA-39BE-5F01-DE22-FAB806D57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72" y="1600200"/>
            <a:ext cx="4381014" cy="4459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891D62-958D-B426-A07D-55D264AED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857" y="1600200"/>
            <a:ext cx="4925669" cy="445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24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C5AC88-1515-0210-0F22-42DEDC076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080" y="643466"/>
            <a:ext cx="465184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41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37973C-53A1-BAD5-3E5D-C5DF33D20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305" y="643466"/>
            <a:ext cx="281338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74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A8477D-E2B9-DC84-534F-0BDDDA165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8394" y="643466"/>
            <a:ext cx="507521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05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935C0-1896-272C-0A67-D161E27A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B859-D3E3-24C6-2DB9-AED526BB3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379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32</Words>
  <Application>Microsoft Office PowerPoint</Application>
  <PresentationFormat>Widescreen</PresentationFormat>
  <Paragraphs>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    Sistem distribuit de monitorizare si control   </vt:lpstr>
      <vt:lpstr>Schema bloc</vt:lpstr>
      <vt:lpstr>Implementare fizica</vt:lpstr>
      <vt:lpstr>Aplicatie Nod 1</vt:lpstr>
      <vt:lpstr>Panou comanda</vt:lpstr>
      <vt:lpstr>Flow Nod 1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Codreanu</dc:creator>
  <cp:lastModifiedBy>Dan Codreanu</cp:lastModifiedBy>
  <cp:revision>2</cp:revision>
  <dcterms:created xsi:type="dcterms:W3CDTF">2026-01-30T16:12:19Z</dcterms:created>
  <dcterms:modified xsi:type="dcterms:W3CDTF">2026-02-01T14:25:53Z</dcterms:modified>
</cp:coreProperties>
</file>